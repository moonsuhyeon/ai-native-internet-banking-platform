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338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인증 · 이상거래 아키텍처 — 도메인 소유를 색으로 구분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274552" cy="21945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813816"/>
            <a:ext cx="3657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내 인증보안계 (customer-service)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7870" y="84124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9894" y="813816"/>
            <a:ext cx="3657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내 조사 에이전트 (fraud-agent)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2625" y="84124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6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4649" y="813816"/>
            <a:ext cx="3657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타 도메인 / 공동 (web·결제·수신·여신)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2468880" cy="603504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 w="12700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07592"/>
            <a:ext cx="22494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Browser · web (Next.js)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79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api.ts: Bearer · X-Customer-Id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79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401 → 자동 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234440"/>
            <a:ext cx="3108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1234440"/>
            <a:ext cx="4315968" cy="603504"/>
          </a:xfrm>
          <a:prstGeom prst="roundRect">
            <a:avLst>
              <a:gd name="adj" fmla="val 6000"/>
            </a:avLst>
          </a:prstGeom>
          <a:solidFill>
            <a:srgbClr val="ECF1F9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307592"/>
            <a:ext cx="409651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API Gateway  🟦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79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JWT(ACCESS) 검증 · X-User-Id/Role/Employee-Id 주입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79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위조 X-* 제거(스푸핑 차단) · 경로별 ROLE 게이팅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11680"/>
            <a:ext cx="7132320" cy="2148840"/>
          </a:xfrm>
          <a:prstGeom prst="roundRect">
            <a:avLst>
              <a:gd name="adj" fmla="val 6000"/>
            </a:avLst>
          </a:prstGeom>
          <a:solidFill>
            <a:srgbClr val="ECF1F9"/>
          </a:solidFill>
          <a:ln w="1905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084832"/>
            <a:ext cx="68762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customer-service (Spring Boot) · 인증보안계  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395728"/>
            <a:ext cx="33467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468880"/>
            <a:ext cx="316382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security 필터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GatewayHeaderAuthFilter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InternalApiRoleInterceptor(/internal ROLE)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395728"/>
            <a:ext cx="33467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2468880"/>
            <a:ext cx="316382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AuthEventService — 로그인 후처리 허브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login_attempt·certificate_use·mobile_auth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session·api_token 적재 → FDS 평가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236976"/>
            <a:ext cx="33467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310128"/>
            <a:ext cx="316382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FdsService — 룰엔진(실행됨)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condition_json {window,threshold}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COUNT ≥ 임계 → BLOCK / MONITOR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3236976"/>
            <a:ext cx="33467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7952" y="3310128"/>
            <a:ext cx="316382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InternalAuthEventsController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/api/v1/internal/auth/{id}/events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← 조사 에이전트 진입점(실배선)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392277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→ PostgreSQL (34 tables) · Redis(refresh 토큰)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234440"/>
            <a:ext cx="3913632" cy="2926080"/>
          </a:xfrm>
          <a:prstGeom prst="roundRect">
            <a:avLst>
              <a:gd name="adj" fmla="val 6000"/>
            </a:avLst>
          </a:prstGeom>
          <a:solidFill>
            <a:srgbClr val="F7EAEF"/>
          </a:solidFill>
          <a:ln w="19050">
            <a:solidFill>
              <a:srgbClr val="8E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6136" y="13075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fraud-investigation-agent  🟪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FastAPI :8090 · LangGraph · 내 도메인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64424" y="1801368"/>
            <a:ext cx="3621024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5864" y="1856232"/>
            <a:ext cx="34381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graph 루프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hypothesize→plan→act→observe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→gate(conf≥0.75/fail-closed)→recommend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64424" y="2404872"/>
            <a:ext cx="3621024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5864" y="2459736"/>
            <a:ext cx="34381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tools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get_auth_events ★실배선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(그 외 7개 목)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64424" y="3008376"/>
            <a:ext cx="3621024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5864" y="3063240"/>
            <a:ext cx="3438144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HITL + RBAC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interrupt → 승인 + FRAUD_OFFICER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64424" y="3483864"/>
            <a:ext cx="3621024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4" y="3538728"/>
            <a:ext cx="3438144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출력: 권고(ProposedAction)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FREEZE_PAYMENT·FILE_STR·ESCALATE·NONE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78892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291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get_auth_events → /internal/auth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315968"/>
            <a:ext cx="7132320" cy="8686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 w="12700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07407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타 도메인 (팀)  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payment-service 결제계(임현재): </a:t>
            </a:r>
            <a:r>
              <a:rPr sz="8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payment_instruction</a:t>
            </a:r>
            <a:r>
              <a:rPr sz="8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← </a:t>
            </a: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auth_token_id·sender_user_id</a:t>
            </a: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(내 인증 참조·박제)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deposit 수신(정혜영) · loan 여신(양혜민) · web 프론트(공동)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069080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406908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api_token / 인증 핸드오프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4315968"/>
            <a:ext cx="3913632" cy="868680"/>
          </a:xfrm>
          <a:prstGeom prst="roundRect">
            <a:avLst>
              <a:gd name="adj" fmla="val 6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82712" y="4407408"/>
            <a:ext cx="3611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경계 요약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이 아키텍처의 파랑+자주(게이트웨이·인증·FDS·조사 에이전트)가 </a:t>
            </a: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내 구현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결제/수신/여신·프론트는 팀. 결제계는 내 auth_token을 참조.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382512"/>
            <a:ext cx="11338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실제 시스템 아키텍처  ·  </a:t>
            </a:r>
            <a:r>
              <a:rPr sz="98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🟦 게이트웨이+인증보안계  +  🟪 조사 에이전트 = 내 구현   ·   ⬜ 결제·수신·여신·프론트 = 팀/공동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