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이벤트 택소노미 설계 — 내 코드 기반 · 도메인 경계 표시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86384"/>
            <a:ext cx="11274552" cy="21945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3383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인증보안계 (customer-service · 내 도메인)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6510" y="896112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8E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27678" y="868680"/>
            <a:ext cx="3383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조사 에이전트 (fraud-agent · 내 도메인)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4419" y="896112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6B7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5587" y="868680"/>
            <a:ext cx="3383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타 도메인 / 미구현(설계)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2697480" cy="475488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34440"/>
            <a:ext cx="2514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Event  </a:t>
            </a:r>
            <a:r>
              <a:rPr sz="1050" b="1">
                <a:solidFill>
                  <a:srgbClr val="E4ECF5"/>
                </a:solidFill>
                <a:latin typeface="Malgun Gothic"/>
                <a:ea typeface="Malgun Gothic"/>
                <a:cs typeface="Malgun Gothic"/>
              </a:rPr>
              <a:t>이벤트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234440"/>
            <a:ext cx="274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234440"/>
            <a:ext cx="2697480" cy="47548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234440"/>
            <a:ext cx="2514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Rule  </a:t>
            </a:r>
            <a:r>
              <a:rPr sz="1050" b="1">
                <a:solidFill>
                  <a:srgbClr val="E4ECF5"/>
                </a:solidFill>
                <a:latin typeface="Malgun Gothic"/>
                <a:ea typeface="Malgun Gothic"/>
                <a:cs typeface="Malgun Gothic"/>
              </a:rPr>
              <a:t>신호 변환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234440"/>
            <a:ext cx="274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34440"/>
            <a:ext cx="2697480" cy="475488"/>
          </a:xfrm>
          <a:prstGeom prst="roundRect">
            <a:avLst>
              <a:gd name="adj" fmla="val 10000"/>
            </a:avLst>
          </a:prstGeom>
          <a:solidFill>
            <a:srgbClr val="B5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234440"/>
            <a:ext cx="2514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 Decision  </a:t>
            </a:r>
            <a:r>
              <a:rPr sz="1050" b="1">
                <a:solidFill>
                  <a:srgbClr val="E4ECF5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234440"/>
            <a:ext cx="274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1234440"/>
            <a:ext cx="2697480" cy="475488"/>
          </a:xfrm>
          <a:prstGeom prst="roundRect">
            <a:avLst>
              <a:gd name="adj" fmla="val 10000"/>
            </a:avLst>
          </a:prstGeom>
          <a:solidFill>
            <a:srgbClr val="8E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1234440"/>
            <a:ext cx="2514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 Action  </a:t>
            </a:r>
            <a:r>
              <a:rPr sz="1050" b="1">
                <a:solidFill>
                  <a:srgbClr val="E4ECF5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828800"/>
            <a:ext cx="112745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은행 실측 (코드 근거) — 각 항목에 소유 도메인 태그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084831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2203703"/>
            <a:ext cx="2459736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[인증]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login_attempt · certificate_use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[인증]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mobile_auth · password_history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[인증]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append-only · CHECK 통제어휘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2084831"/>
            <a:ext cx="274320" cy="1965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2084831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7872" y="2203703"/>
            <a:ext cx="2459736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[인증]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FDS 룰엔진 {window,threshold}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   → COUNT ≥ 임계 · risk_weight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   30분10회·10분5회·1일3회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[조사E]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에이전트 likelihood 가중(곱셈)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084831"/>
            <a:ext cx="274320" cy="1965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084831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2203703"/>
            <a:ext cx="2459736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[인증]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저위험 → BLOCK / MONITOR (실시간)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[조사E]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고위험 → 에이전트 조사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   conf≥0.75·fail-closed·L0~L4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[설계]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고위험 자동승격 = 미배선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084831"/>
            <a:ext cx="274320" cy="1965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72600" y="2084831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7EAE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91472" y="2203703"/>
            <a:ext cx="2459736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[인증]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로그인 차단 · 계정 잠금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[조사E]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FREEZE_PAYMENT·FILE_STR·ESCALATE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[조사E]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HITL 승인 + RBAC(FRAUD_OFFICER)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[설계]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실행 API=목 · 지급정지 착지=결제계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187952"/>
            <a:ext cx="112745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CRM · 그로스 번역 </a:t>
            </a:r>
            <a:r>
              <a:rPr sz="9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(같은 4단계 뼈대 · 전부 </a:t>
            </a:r>
            <a:r>
              <a:rPr sz="95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설계/번역</a:t>
            </a:r>
            <a:r>
              <a:rPr sz="9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443984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4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4553712"/>
            <a:ext cx="245973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signup_started · first_purchase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cart_abandoned · 7d_inactive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4443984"/>
            <a:ext cx="274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29000" y="4443984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4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47872" y="4553712"/>
            <a:ext cx="245973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세그먼트 조건 / 트리거 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(= condition_json 동형)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443984"/>
            <a:ext cx="274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443984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4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9672" y="4553712"/>
            <a:ext cx="245973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발송 자격 판정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동의 · cap · A/B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4443984"/>
            <a:ext cx="274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72600" y="4443984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6B74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91472" y="4553712"/>
            <a:ext cx="245973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메시지 발송(쿠폰·리마인드)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채널 · 시점 선택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504688"/>
            <a:ext cx="11274552" cy="713232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605272"/>
            <a:ext cx="10835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경계 요약  </a:t>
            </a:r>
            <a:r>
              <a:rPr sz="9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4단계 중 </a:t>
            </a:r>
            <a:r>
              <a:rPr sz="93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Event·Rule·Decision·Action의 실체는 대부분 내가 만든 두 시스템</a:t>
            </a:r>
            <a:r>
              <a:rPr sz="9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 — 🟦 인증보안계(FDS 룰엔진·이벤트 적재·계정 잠금) + 🟪 조사 에이전트(고위험 조사·권고·HITL).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설계/타 도메인은 3곳뿐  </a:t>
            </a:r>
            <a:r>
              <a:rPr sz="9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① 고위험 자동승격(미배선) ② 실행 API·지급정지 착지(결제계) ③ CRM 번역. — 구현과 설계를 명확히 구분.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382512"/>
            <a:ext cx="11338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9EC5E8"/>
                </a:solidFill>
                <a:latin typeface="Malgun Gothic"/>
                <a:ea typeface="Malgun Gothic"/>
                <a:cs typeface="Malgun Gothic"/>
              </a:rPr>
              <a:t>이벤트 택소노미 · Event→Rule→Decision→Action  </a:t>
            </a:r>
            <a:r>
              <a:rPr sz="98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🟦 인증보안계 + 🟪 조사 에이전트 = 내 구현  ·  ⬜ 자동승격·실행API·CRM = 설계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