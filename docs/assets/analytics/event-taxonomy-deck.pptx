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고객계 · 인증보안계 데이터 설계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은행 도메인 ERD — party 패턴 기반 이벤트·감사 스키마</a:t>
            </a:r>
            <a:r>
              <a:rPr sz="13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  |  customer-service · PostgreSQL · Flyway V1–V31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11457432" cy="25603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관계자(party) 도메인 모델 </a:t>
            </a: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정규화 ERD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64208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746504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[party]  </a:t>
            </a:r>
            <a:r>
              <a:rPr sz="10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관계자 최상위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party_id · party_type_code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2852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 서브타입 상세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51760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734056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[개인·기업]  </a:t>
            </a:r>
            <a:r>
              <a:rPr sz="10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party_person / organization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rrn_encrypted · ci_value · 사업자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55848"/>
            <a:ext cx="2852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 역할 부여 (party_role)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39312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721608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[역할]  </a:t>
            </a:r>
            <a:r>
              <a:rPr sz="10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customer · employee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고객/직원 = party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08576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한 사람 = 한 party · CI 유니크(V17)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325880"/>
            <a:ext cx="8396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이벤트·감사 스키마 </a:t>
            </a: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통제 어휘(CHECK enum) + append-only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900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온보딩·획득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mobile_auth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identity_verification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key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ci_value · agency CHECK
(NICE/KCB/SCI/PASS) · rrn_encrypted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399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3399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543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인증·재방문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457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auth_method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qr_login_token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57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key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success_yn · failure_reason
(CUST_010~013) · type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898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3898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042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활성화·거래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956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certificate_use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transfer_limit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withdrawal_account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956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key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result_code(SUCCESS/
FAIL_PIN..) · daily/once_limit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397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4397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541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신뢰·보안(FDS)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455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fds_rule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fds_detection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fds_incident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455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key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target_event_code · action
CHECK(BLOCK/CHALLENGE/MONITOR)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896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4896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3B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4040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생애주기·감사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954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customer_status_history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customer_access_log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4954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key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status CHECK(ACTIVE/DORMANT/
SUSPENDED/CLOSED) · 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846320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프론트–백엔드 데이터 흐름 </a:t>
            </a:r>
            <a:r>
              <a:rPr sz="10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로그인 이벤트 적재 경로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120640"/>
            <a:ext cx="11430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web/customer-auth-api  →  </a:t>
            </a: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api.ts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(Bearer·X-Customer-Id)  →  </a:t>
            </a: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api-gateway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(JWT 검증·X-Employee-Id 주입)  →  </a:t>
            </a: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LoginController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(IP·UA)  →  </a:t>
            </a: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AuthEventService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→  login_attempt INSERT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650992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925312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925312"/>
            <a:ext cx="23774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통제 어휘 = CHECK 제약(enum)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35808" y="5925312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45536" y="5925312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append-only 이벤트 이력 · soft delete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5925312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8504" y="5925312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아이덴티티 = CI 유니크(한 사람=한 party)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81744" y="5925312"/>
            <a:ext cx="242316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5925312"/>
            <a:ext cx="22402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순환참조 DEFERRABLE · 행위자 감사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382512"/>
            <a:ext cx="11430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원본 설계  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고객계 16 + 인증보안계 18 테이블  ·  Flyway V1–V31  ·  통제어휘 CHECK  ·  append-only 이벤트  ·  아이덴티티 CI  ·  감사 행위자 기록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택소노미 &amp; 트래킹 플랜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규제 도메인 백엔드 이벤트 스키마  →  프로덕트·마케팅 분석 트래킹 플랜으로 번역</a:t>
            </a:r>
            <a:r>
              <a:rPr sz="13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  |  Internet Banking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11457432" cy="25603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아이덴티티 모델 </a:t>
            </a: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익명→식별 스티칭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64208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746504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[익명]  </a:t>
            </a:r>
            <a:r>
              <a:rPr sz="10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anonymous_id + device_fp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login_attempt.customer_id =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2852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 본인확인 CI 스티칭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51760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734056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[본인확인]  </a:t>
            </a:r>
            <a:r>
              <a:rPr sz="10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ci (hash) ← 스티칭 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identity_verification.ci_value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55848"/>
            <a:ext cx="2852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 alias → identify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39312"/>
            <a:ext cx="2852928" cy="713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721608"/>
            <a:ext cx="2596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[식별]  </a:t>
            </a:r>
            <a:r>
              <a:rPr sz="10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user_id = 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한 사람=한 party (V17 UNIQUE)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325880"/>
            <a:ext cx="8396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 카탈로그 </a:t>
            </a:r>
            <a:r>
              <a:rPr sz="11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생애주기 5단계 (각 이벤트 = 원본 백엔드 소스 매핑)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온보딩·획득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identity_verification_
completed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mobile_auth · identity_
verification · 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399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3399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543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인증·재방문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57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login_succeeded /
login_failed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qr_login_approved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457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 ·
qr_login_token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898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3898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042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활성화 (Aha)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956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transfer_started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transfer_completed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withdrawal_account_
registered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956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certificate_use ·
transfer_limit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397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4397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541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신뢰·보안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455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fds_alert_triggered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cert_pin_failed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455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fds_detection ·
certificate_use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8960" y="1664208"/>
            <a:ext cx="1576974" cy="2999232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48960" y="1664208"/>
            <a:ext cx="1576974" cy="475488"/>
          </a:xfrm>
          <a:prstGeom prst="roundRect">
            <a:avLst>
              <a:gd name="adj" fmla="val 10000"/>
            </a:avLst>
          </a:prstGeom>
          <a:solidFill>
            <a:srgbClr val="3B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40400" y="1682496"/>
            <a:ext cx="139409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리텐션·생애주기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9544" y="2231136"/>
            <a:ext cx="1375806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customer_status_
changed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8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dormant_reactivated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9544" y="4096511"/>
            <a:ext cx="1375806" cy="53035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src </a:t>
            </a:r>
            <a:r>
              <a:rPr sz="7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customer_status_
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46320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대표 퍼널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120640"/>
            <a:ext cx="11430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온보딩:  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 → id_verified → signup_completed        </a:t>
            </a: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활성화(TTV):  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signup_completed → login_succeeded → transfer_completed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650992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거버넌스 · PII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925312"/>
            <a:ext cx="297180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925312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통제 어휘(enum) = 백엔드 CHECK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47288" y="5925312"/>
            <a:ext cx="324612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7016" y="5925312"/>
            <a:ext cx="30632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PII: 금액→band · 계좌번호 수집금지 · CI 해시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03136" y="592531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2864" y="5925312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버전관리 = Flyway 마이그레이션 사고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18904" y="5925312"/>
            <a:ext cx="2651760" cy="36576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28632" y="5925312"/>
            <a:ext cx="24688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 리뷰 게이트(네이밍·enum·PII·버전)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382512"/>
            <a:ext cx="11430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증명 역량   </a:t>
            </a: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통제어휘 이벤트 정의  ·  아이덴티티 레졸루션  ·  PII 거버넌스  ·  퍼널/생애주기 모델링  ·  버전관리형 택소노미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