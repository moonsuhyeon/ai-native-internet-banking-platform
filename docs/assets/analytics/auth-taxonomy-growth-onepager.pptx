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인증 도메인 이벤트 택소노미 &amp; 활성화 퍼널 설계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은행 고객·인증보안계 데이터 흐름 설계를 그로스 분석 이벤트로 번역</a:t>
            </a:r>
            <a:r>
              <a:rPr sz="12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  |  Growth Analytics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15568"/>
            <a:ext cx="11457432" cy="25603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25296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① 데이터 근거 </a:t>
            </a:r>
            <a:r>
              <a:rPr sz="10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실제 구현된 인증 데이터 흐름 (규제 도메인, 실측 스키마)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99616"/>
            <a:ext cx="2072030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9525">
            <a:solidFill>
              <a:srgbClr val="C3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72768"/>
            <a:ext cx="185257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API Gateway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JWT 검증 · X-User-Role/
X-Employee-Id 주입 · 스푸핑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7790" y="1499616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2110" y="1499616"/>
            <a:ext cx="2072030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9525">
            <a:solidFill>
              <a:srgbClr val="C3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1838" y="1572768"/>
            <a:ext cx="185257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Identity · RBAC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customer · party_role 조회
역할 기반 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4140" y="1499616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8460" y="1499616"/>
            <a:ext cx="2072030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9525">
            <a:solidFill>
              <a:srgbClr val="C3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8188" y="1572768"/>
            <a:ext cx="185257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인증 이벤트 (append-only)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 · certificate_use
· mobile_auth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0491" y="1499616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4811" y="1499616"/>
            <a:ext cx="2072030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9525">
            <a:solidFill>
              <a:srgbClr val="C3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4539" y="1572768"/>
            <a:ext cx="185257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세션 · 토큰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login_session · api_token
(ACCESS / REFRESH)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6841" y="1499616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1161" y="1499616"/>
            <a:ext cx="2072030" cy="7315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9525">
            <a:solidFill>
              <a:srgbClr val="C3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60889" y="1572768"/>
            <a:ext cx="185257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FDS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fds_rule(condition_json·weight)
· fds_detection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395728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② 활성화 퍼널 </a:t>
            </a:r>
            <a:r>
              <a:rPr sz="10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이벤트 + 전환 KPI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670048"/>
            <a:ext cx="1280160" cy="841248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761488"/>
            <a:ext cx="11338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가입 시작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2670048"/>
            <a:ext cx="26289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8810" y="2670048"/>
            <a:ext cx="1280160" cy="841248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12700">
            <a:solidFill>
              <a:srgbClr val="0E6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81962" y="2761488"/>
            <a:ext cx="11338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본인확인·CI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identity_verified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8970" y="2670048"/>
            <a:ext cx="26289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1860" y="2670048"/>
            <a:ext cx="1280160" cy="841248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5012" y="2761488"/>
            <a:ext cx="11338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가입 완료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2020" y="2670048"/>
            <a:ext cx="26289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94910" y="2670048"/>
            <a:ext cx="1280160" cy="841248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12700">
            <a:solidFill>
              <a:srgbClr val="0E6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68062" y="2761488"/>
            <a:ext cx="11338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첫 로그인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5070" y="2670048"/>
            <a:ext cx="26289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2670048"/>
            <a:ext cx="1280160" cy="841248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12700">
            <a:solidFill>
              <a:srgbClr val="B5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2761488"/>
            <a:ext cx="11338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첫 이체 · Aha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transfer_completed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602736"/>
            <a:ext cx="7452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전환 KPI  ▸ 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본인확인 완료율  →  가입 전환율  →  활성화율  →  첫거래 전환율(TTV)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395728"/>
            <a:ext cx="37764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아이덴티티 스티칭 </a:t>
            </a:r>
            <a:r>
              <a:rPr sz="10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익명→식별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2670048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2715768"/>
            <a:ext cx="35570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[익명] </a:t>
            </a:r>
            <a:r>
              <a:rPr sz="9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anonymous_id + device_fp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login_attempt.customer_id=NULL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218688"/>
            <a:ext cx="37764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본인확인 CI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438144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3483863"/>
            <a:ext cx="35570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[본인확인] </a:t>
            </a:r>
            <a:r>
              <a:rPr sz="9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ci (hash)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identity_verification.ci_value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986784"/>
            <a:ext cx="37764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 alias→identify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206240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4251959"/>
            <a:ext cx="35570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[식별] </a:t>
            </a:r>
            <a:r>
              <a:rPr sz="9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user_id = customer_id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한 사람=한 party (V17 UNIQUE)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443984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③ 이벤트 택소노미 카탈로그 </a:t>
            </a:r>
            <a:r>
              <a:rPr sz="10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· 도메인별 이벤트 + Event Parameter  (naming: snake_case · 비즈니스 이벤트 · 공통 스키마)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718304"/>
            <a:ext cx="2072030" cy="146304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65760" y="4718304"/>
            <a:ext cx="2072030" cy="36576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736592"/>
            <a:ext cx="188915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" y="5138928"/>
            <a:ext cx="187086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login_request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login_success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login_failure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account_locked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" y="5779007"/>
            <a:ext cx="1870862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login_id · channel · ip · failure_reason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12110" y="4718304"/>
            <a:ext cx="2072030" cy="146304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712110" y="4718304"/>
            <a:ext cx="2072030" cy="365760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03550" y="4736592"/>
            <a:ext cx="188915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OTP · 본인확인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2694" y="5138928"/>
            <a:ext cx="187086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otp_sent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otp_verified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otp_failed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identity_verified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12694" y="5779007"/>
            <a:ext cx="1870862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phone · carrier · purpose · ci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mobile_auth · identity_verification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58460" y="4718304"/>
            <a:ext cx="2072030" cy="146304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58460" y="4718304"/>
            <a:ext cx="2072030" cy="365760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49900" y="4736592"/>
            <a:ext cx="188915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세션 · 토큰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59044" y="5138928"/>
            <a:ext cx="187086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session_created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access_token_issued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refresh_token_issued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token_refreshed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59044" y="5779007"/>
            <a:ext cx="1870862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session_id · customer_id · token_type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login_session · api_token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04811" y="4718304"/>
            <a:ext cx="2072030" cy="1463040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04811" y="4718304"/>
            <a:ext cx="2072030" cy="365760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6251" y="4736592"/>
            <a:ext cx="188915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인증서 · QR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05395" y="5138928"/>
            <a:ext cx="187086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cert_login_success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cert_pin_failed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qr_login_approved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05395" y="5779007"/>
            <a:ext cx="1870862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cert_type · result_code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certificate_use · qr_login_token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51161" y="4718304"/>
            <a:ext cx="2072030" cy="1463040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12700">
            <a:solidFill>
              <a:srgbClr val="3B6E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751161" y="4718304"/>
            <a:ext cx="2072030" cy="365760"/>
          </a:xfrm>
          <a:prstGeom prst="roundRect">
            <a:avLst>
              <a:gd name="adj" fmla="val 10000"/>
            </a:avLst>
          </a:prstGeom>
          <a:solidFill>
            <a:srgbClr val="3B6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42601" y="4736592"/>
            <a:ext cx="188915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FDS · 감사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51745" y="5138928"/>
            <a:ext cx="187086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fds_login_evaluated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fds_blocked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login_attempt_saved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51745" y="5779007"/>
            <a:ext cx="1870862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rule_id · device_id · risk_score*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fds_rule · fds_detection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382512"/>
            <a:ext cx="11430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증명 역량  </a:t>
            </a:r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통제어휘 이벤트 정의 · 파라미터 표준 · 아이덴티티 스티칭 · 퍼널/KPI 설계 · 규제도메인 데이터 근거</a:t>
            </a:r>
            <a:r>
              <a:rPr sz="850" b="0">
                <a:solidFill>
                  <a:srgbClr val="B9CBE0"/>
                </a:solidFill>
                <a:latin typeface="Malgun Gothic"/>
                <a:ea typeface="Malgun Gothic"/>
                <a:cs typeface="Malgun Gothic"/>
              </a:rPr>
              <a:t>      실선=현재 구현 · 점선/*=제안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