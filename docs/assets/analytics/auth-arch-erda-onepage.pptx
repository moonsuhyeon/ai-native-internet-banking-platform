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338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인증·이상거래 아키텍처 = 이벤트 처리 모델 (한 장)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338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실제 컴포넌트가 곧 Event→Rule→Decision→Action 단계 · 도메인 색으로 소유 구분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786384"/>
            <a:ext cx="11274552" cy="20116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877824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850392"/>
            <a:ext cx="292608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내 인증보안계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64792" y="877824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8E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47672" y="850392"/>
            <a:ext cx="292608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내 조사 에이전트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3552" y="877824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6B74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56432" y="850392"/>
            <a:ext cx="292608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타 도메인/공동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170432"/>
            <a:ext cx="2148840" cy="45720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 w="9525">
            <a:solidFill>
              <a:srgbClr val="6B74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170432"/>
            <a:ext cx="1965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web · api.ts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Bearer·X-Customer-Id·401 refresh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8" y="1170432"/>
            <a:ext cx="29260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1170432"/>
            <a:ext cx="8805672" cy="457200"/>
          </a:xfrm>
          <a:prstGeom prst="roundRect">
            <a:avLst>
              <a:gd name="adj" fmla="val 6000"/>
            </a:avLst>
          </a:prstGeom>
          <a:solidFill>
            <a:srgbClr val="ECF1F9"/>
          </a:solidFill>
          <a:ln w="1270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63240" y="1170432"/>
            <a:ext cx="8595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API Gateway  🟦  </a:t>
            </a:r>
            <a:r>
              <a:rPr sz="83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JWT(ACCESS) 검증 · X-User-Id/Role/Employee-Id 주입 · 위조 X-* 제거(스푸핑 차단) · 경로 ROLE 게이팅  → customer-service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1783080"/>
            <a:ext cx="2697480" cy="420624"/>
          </a:xfrm>
          <a:prstGeom prst="roundRect">
            <a:avLst>
              <a:gd name="adj" fmla="val 10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783080"/>
            <a:ext cx="2514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① Event  </a:t>
            </a:r>
            <a:r>
              <a:rPr sz="1000" b="1">
                <a:solidFill>
                  <a:srgbClr val="E4ECF5"/>
                </a:solidFill>
                <a:latin typeface="Malgun Gothic"/>
                <a:ea typeface="Malgun Gothic"/>
                <a:cs typeface="Malgun Gothic"/>
              </a:rPr>
              <a:t>이벤트 적재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1783080"/>
            <a:ext cx="274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1783080"/>
            <a:ext cx="2697480" cy="420624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1783080"/>
            <a:ext cx="2514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② Rule  </a:t>
            </a:r>
            <a:r>
              <a:rPr sz="1000" b="1">
                <a:solidFill>
                  <a:srgbClr val="E4ECF5"/>
                </a:solidFill>
                <a:latin typeface="Malgun Gothic"/>
                <a:ea typeface="Malgun Gothic"/>
                <a:cs typeface="Malgun Gothic"/>
              </a:rPr>
              <a:t>신호 변환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1783080"/>
            <a:ext cx="274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783080"/>
            <a:ext cx="2697480" cy="420624"/>
          </a:xfrm>
          <a:prstGeom prst="roundRect">
            <a:avLst>
              <a:gd name="adj" fmla="val 10000"/>
            </a:avLst>
          </a:prstGeom>
          <a:solidFill>
            <a:srgbClr val="B5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783080"/>
            <a:ext cx="2514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③ Decision  </a:t>
            </a:r>
            <a:r>
              <a:rPr sz="1000" b="1">
                <a:solidFill>
                  <a:srgbClr val="E4ECF5"/>
                </a:solidFill>
                <a:latin typeface="Malgun Gothic"/>
                <a:ea typeface="Malgun Gothic"/>
                <a:cs typeface="Malgun Gothic"/>
              </a:rPr>
              <a:t>판정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1783080"/>
            <a:ext cx="274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56A1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72600" y="1783080"/>
            <a:ext cx="2697480" cy="420624"/>
          </a:xfrm>
          <a:prstGeom prst="roundRect">
            <a:avLst>
              <a:gd name="adj" fmla="val 10000"/>
            </a:avLst>
          </a:prstGeom>
          <a:solidFill>
            <a:srgbClr val="8E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64040" y="1783080"/>
            <a:ext cx="2514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④ Action  </a:t>
            </a:r>
            <a:r>
              <a:rPr sz="1000" b="1">
                <a:solidFill>
                  <a:srgbClr val="E4ECF5"/>
                </a:solidFill>
                <a:latin typeface="Malgun Gothic"/>
                <a:ea typeface="Malgun Gothic"/>
                <a:cs typeface="Malgun Gothic"/>
              </a:rPr>
              <a:t>실행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286000"/>
            <a:ext cx="2697480" cy="1874519"/>
          </a:xfrm>
          <a:prstGeom prst="roundRect">
            <a:avLst>
              <a:gd name="adj" fmla="val 6000"/>
            </a:avLst>
          </a:prstGeom>
          <a:solidFill>
            <a:srgbClr val="EDF2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" y="2404872"/>
            <a:ext cx="2459736" cy="1636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2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[인증] </a:t>
            </a:r>
            <a:r>
              <a:rPr sz="819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AuthEventService 허브 (customer-service)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login_attempt·certificate_use·mobile_auth 적재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→ PostgreSQL(34tbl)·Redis(refresh)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4680" y="2286000"/>
            <a:ext cx="274320" cy="1874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29000" y="2286000"/>
            <a:ext cx="2697480" cy="1874519"/>
          </a:xfrm>
          <a:prstGeom prst="roundRect">
            <a:avLst>
              <a:gd name="adj" fmla="val 6000"/>
            </a:avLst>
          </a:prstGeom>
          <a:solidFill>
            <a:srgbClr val="E9F4F3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47872" y="2404872"/>
            <a:ext cx="2459736" cy="1636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2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[인증] </a:t>
            </a:r>
            <a:r>
              <a:rPr sz="819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FdsService {window,threshold}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→ COUNT≥임계 (30분10·10분5·1일3)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2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[조사E] </a:t>
            </a:r>
            <a:r>
              <a:rPr sz="819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fraud-agent likelihood 가중(곱셈)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2286000"/>
            <a:ext cx="274320" cy="1874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2286000"/>
            <a:ext cx="2697480" cy="1874519"/>
          </a:xfrm>
          <a:prstGeom prst="roundRect">
            <a:avLst>
              <a:gd name="adj" fmla="val 6000"/>
            </a:avLst>
          </a:prstGeom>
          <a:solidFill>
            <a:srgbClr val="FBF2E6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9672" y="2404872"/>
            <a:ext cx="2459736" cy="1636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2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[인증] </a:t>
            </a:r>
            <a:r>
              <a:rPr sz="819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저위험 → BLOCK / MONITOR (실시간)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2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[조사E] </a:t>
            </a:r>
            <a:r>
              <a:rPr sz="819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고위험 → fraud-agent gate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conf≥0.75·fail-closed·L0~L4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2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[조사E] </a:t>
            </a:r>
            <a:r>
              <a:rPr sz="819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↖ get_auth_events → /internal/auth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2286000"/>
            <a:ext cx="274320" cy="1874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72600" y="2286000"/>
            <a:ext cx="2697480" cy="1874519"/>
          </a:xfrm>
          <a:prstGeom prst="roundRect">
            <a:avLst>
              <a:gd name="adj" fmla="val 6000"/>
            </a:avLst>
          </a:prstGeom>
          <a:solidFill>
            <a:srgbClr val="F7EAE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91472" y="2404872"/>
            <a:ext cx="2459736" cy="1636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2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[인증] </a:t>
            </a:r>
            <a:r>
              <a:rPr sz="819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로그인 차단 · 계정 잠금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2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[조사E] </a:t>
            </a:r>
            <a:r>
              <a:rPr sz="819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FREEZE·FILE_STR·ESCALATE + HITL+RBAC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20" b="1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[타] </a:t>
            </a:r>
            <a:r>
              <a:rPr sz="819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지급정지 착지 → payment_instruction(결제계)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315968"/>
            <a:ext cx="112745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같은 파이프라인 → CRM 번역 </a:t>
            </a:r>
            <a:r>
              <a:rPr sz="900" b="1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(⬜ 설계/번역)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553712"/>
            <a:ext cx="2697480" cy="74980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6B74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6072" y="4645152"/>
            <a:ext cx="2459736" cy="5852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행동 이벤트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signup·first_purchase·7d_inactive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54680" y="4553712"/>
            <a:ext cx="2743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29000" y="4553712"/>
            <a:ext cx="2697480" cy="74980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6B74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47872" y="4645152"/>
            <a:ext cx="2459736" cy="5852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세그먼트 조건 / 트리거 룰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(= condition_json 동형)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4553712"/>
            <a:ext cx="2743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4553712"/>
            <a:ext cx="2697480" cy="74980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6B74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19672" y="4645152"/>
            <a:ext cx="2459736" cy="5852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발송 자격 판정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동의·frequency cap·A/B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98280" y="4553712"/>
            <a:ext cx="2743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372600" y="4553712"/>
            <a:ext cx="2697480" cy="74980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6B74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91472" y="4645152"/>
            <a:ext cx="2459736" cy="5852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메시지 발송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쿠폰·리마인드·채널·시점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468112"/>
            <a:ext cx="11274552" cy="749808"/>
          </a:xfrm>
          <a:prstGeom prst="roundRect">
            <a:avLst>
              <a:gd name="adj" fmla="val 6000"/>
            </a:avLst>
          </a:prstGeom>
          <a:solidFill>
            <a:srgbClr val="ED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800" y="5568696"/>
            <a:ext cx="1083564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한 장 요약  </a:t>
            </a:r>
            <a:r>
              <a:rPr sz="919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실제 아키텍처(게이트웨이→AuthEventService→FdsService→fraud-agent→결제계)가 그대로 </a:t>
            </a:r>
            <a:r>
              <a:rPr sz="919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Event→Rule→Decision→Action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파랑+자주 = 내 구현(인증보안계+조사 에이전트)  ·  ⬜ 결제계 착지·CRM = 팀/설계  ·  고위험만 에이전트로, 결제계는 내 auth_token 참조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6382512"/>
            <a:ext cx="113385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9EC5E8"/>
                </a:solidFill>
                <a:latin typeface="Malgun Gothic"/>
                <a:ea typeface="Malgun Gothic"/>
                <a:cs typeface="Malgun Gothic"/>
              </a:rPr>
              <a:t>아키텍처 = 이벤트 처리 모델  ·  </a:t>
            </a:r>
            <a:r>
              <a:rPr sz="98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🟦 인증보안계 + 🟪 조사 에이전트 = 내 구현  ·  ⬜ 결제·수신·여신·프론트·CRM = 팀/설계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